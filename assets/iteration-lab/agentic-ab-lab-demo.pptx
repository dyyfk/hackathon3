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9b3963e274eb7" /><Relationship Type="http://schemas.openxmlformats.org/officeDocument/2006/relationships/extended-properties" Target="/docProps/app.xml" Id="Rd8e62af6a8024942" /><Relationship Type="http://schemas.openxmlformats.org/officeDocument/2006/relationships/officeDocument" Target="/ppt/presentation.xml" Id="R03175ebed900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bfa45f383409d"/>
  </p:sldMasterIdLst>
  <p:notesMasterIdLst>
    <p:notesMasterId xmlns:r="http://schemas.openxmlformats.org/officeDocument/2006/relationships" r:id="R0441a8f6a10c4285"/>
  </p:notesMasterIdLst>
  <p:sldIdLst>
    <p:sldId xmlns:r="http://schemas.openxmlformats.org/officeDocument/2006/relationships" id="256" r:id="R72cc472a032f4417"/>
    <p:sldId xmlns:r="http://schemas.openxmlformats.org/officeDocument/2006/relationships" id="257" r:id="R975161ff4b6f4563"/>
    <p:sldId xmlns:r="http://schemas.openxmlformats.org/officeDocument/2006/relationships" id="258" r:id="R957e387595834d7c"/>
    <p:sldId xmlns:r="http://schemas.openxmlformats.org/officeDocument/2006/relationships" id="259" r:id="Rcc1acc96a6c14aea"/>
    <p:sldId xmlns:r="http://schemas.openxmlformats.org/officeDocument/2006/relationships" id="260" r:id="R5500a7d3d0f246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e1cc9b8cea4d95" /><Relationship Type="http://schemas.openxmlformats.org/officeDocument/2006/relationships/slideMaster" Target="/ppt/slideMasters/slideMaster1.xml" Id="R7cdbfa45f383409d" /><Relationship Type="http://schemas.openxmlformats.org/officeDocument/2006/relationships/notesMaster" Target="/ppt/notesMasters/notesMaster1.xml" Id="R0441a8f6a10c4285" /><Relationship Type="http://schemas.openxmlformats.org/officeDocument/2006/relationships/presProps" Target="/ppt/presProps.xml" Id="R5186591b512a43be" /><Relationship Type="http://schemas.openxmlformats.org/officeDocument/2006/relationships/viewProps" Target="/ppt/viewProps.xml" Id="R6e51b60256bd4b10" /><Relationship Type="http://schemas.openxmlformats.org/officeDocument/2006/relationships/tableStyles" Target="/ppt/tableStyles.xml" Id="Ra05e0850174f4d30" /><Relationship Type="http://schemas.openxmlformats.org/officeDocument/2006/relationships/slide" Target="/ppt/slides/slide1.xml" Id="R72cc472a032f4417" /><Relationship Type="http://schemas.openxmlformats.org/officeDocument/2006/relationships/slide" Target="/ppt/slides/slide2.xml" Id="R975161ff4b6f4563" /><Relationship Type="http://schemas.openxmlformats.org/officeDocument/2006/relationships/slide" Target="/ppt/slides/slide3.xml" Id="R957e387595834d7c" /><Relationship Type="http://schemas.openxmlformats.org/officeDocument/2006/relationships/slide" Target="/ppt/slides/slide4.xml" Id="Rcc1acc96a6c14aea" /><Relationship Type="http://schemas.openxmlformats.org/officeDocument/2006/relationships/slide" Target="/ppt/slides/slide5.xml" Id="R5500a7d3d0f246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713d3218f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20a814f15b49d1" /><Relationship Type="http://schemas.openxmlformats.org/officeDocument/2006/relationships/notesMaster" Target="/ppt/notesMasters/notesMaster1.xml" Id="Rb675134de120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735ebe496146b7" /><Relationship Type="http://schemas.openxmlformats.org/officeDocument/2006/relationships/notesMaster" Target="/ppt/notesMasters/notesMaster1.xml" Id="Rac09de539e32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fa3ded680428c" /><Relationship Type="http://schemas.openxmlformats.org/officeDocument/2006/relationships/notesMaster" Target="/ppt/notesMasters/notesMaster1.xml" Id="R5f8364455be2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2b5e35f0b74a15" /><Relationship Type="http://schemas.openxmlformats.org/officeDocument/2006/relationships/notesMaster" Target="/ppt/notesMasters/notesMaster1.xml" Id="Re3c3993c920c43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75331b99264217" /><Relationship Type="http://schemas.openxmlformats.org/officeDocument/2006/relationships/notesMaster" Target="/ppt/notesMasters/notesMaster1.xml" Id="R8d48f9693ab24a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17e6b1bc44d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bcfd34301647a9" /><Relationship Type="http://schemas.openxmlformats.org/officeDocument/2006/relationships/slideLayout" Target="/ppt/slideLayouts/slideLayout1.xml" Id="R449f3a977a7546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9f3a977a7546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a56674cb44e7f" /><Relationship Type="http://schemas.openxmlformats.org/officeDocument/2006/relationships/notesSlide" Target="/ppt/notesSlides/notesSlide1.xml" Id="Rc6a45b12fab645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a96522a744bb9" /><Relationship Type="http://schemas.openxmlformats.org/officeDocument/2006/relationships/notesSlide" Target="/ppt/notesSlides/notesSlide2.xml" Id="Re8e317b114cd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8f96dd74b49b7" /><Relationship Type="http://schemas.openxmlformats.org/officeDocument/2006/relationships/notesSlide" Target="/ppt/notesSlides/notesSlide3.xml" Id="Rac8ff53fd9e44b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4a7ea64b34e57" /><Relationship Type="http://schemas.openxmlformats.org/officeDocument/2006/relationships/image" Target="/ppt/media/image.png" Id="Rf9fb2fbd6c124dbc" /><Relationship Type="http://schemas.openxmlformats.org/officeDocument/2006/relationships/notesSlide" Target="/ppt/notesSlides/notesSlide4.xml" Id="R49c5b9b835cd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af68f29604905" /><Relationship Type="http://schemas.openxmlformats.org/officeDocument/2006/relationships/notesSlide" Target="/ppt/notesSlides/notesSlide5.xml" Id="Re7301bf7cee9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BE7AF8-8337-4D26-B8F4-0093AB92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5F45"/>
                </a:solidFill>
                <a:latin typeface="Aptos"/>
                <a:ea typeface="Aptos"/>
                <a:cs typeface="Aptos"/>
              </a:defRPr>
            </a:pPr>
            <a:r>
              <a:t>WEAVEHACKS DEMO NARRATIVE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2775-E108-4332-957C-013AEEDF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04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Agentic A/B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22F1C-2ED0-42AD-928B-803DB752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 self-improving product research loop that turns synthetic user behavior into promoted UX variants.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5E964-0319-4059-9923-FAF2319A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D30DE-57DC-4867-B435-AE2460D0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AGENT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2206D-8F6A-47AC-8682-63B19114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6B"/>
                </a:solidFill>
                <a:latin typeface="Aptos"/>
                <a:ea typeface="Aptos"/>
                <a:cs typeface="Aptos"/>
              </a:defRPr>
            </a:pPr>
            <a: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DA4ED-9069-40CA-B4D7-F37D5D35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same synthetic users per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8F622-F3DA-46B9-BA14-75E64DAF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BFAD2-D715-4A42-9249-5C8CA427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CANDIDATE SWARM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0F504-5CE8-4355-A37F-C791A3C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915AE-DA58-4D60-BD61-58A8A074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718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100 generated UX changes x 5 rounds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7AEBB-D611-4C6E-BC34-C3EBD3FA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6467F-AF43-46FD-82F1-95DD2F3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SCORE LIFT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3CB5B-5740-45C5-B9E9-C756DA1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5F45"/>
                </a:solidFill>
                <a:latin typeface="Aptos"/>
                <a:ea typeface="Aptos"/>
                <a:cs typeface="Aptos"/>
              </a:defRPr>
            </a:pPr>
            <a:r>
              <a:t>+6.39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B8F25-D9EB-4A09-9253-AE0C7E98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 to E projected UX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07427-A883-49A6-959E-4CF3DD9E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48A3C-79E4-41A2-AAF0-D8FAB1D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DWELL SAVED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116F6-4E37-4109-A659-85DCC2E8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t>17.2s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03006-2D7F-4305-ACED-0D073685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less synthetic hesitation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46572-29EE-427D-A761-1CD1FF63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User task -&gt; A/B experiment -&gt; feedback -&gt; code candidate -&gt; repeat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22018-F370-4F75-AF9F-479CAA33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9906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F6C1D-9BF7-492F-8EC0-BF20D434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F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E9CC6C-1C7A-46D3-8567-A918AFB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F45"/>
          </a:solidFill>
          <a:ln xmlns:a="http://schemas.openxmlformats.org/drawingml/2006/main" w="0">
            <a:solidFill>
              <a:srgbClr val="E95F4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86EF11-26A4-4DF0-9286-10491D69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460" y="531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597A3-BFD1-4AB8-9A97-4ED5AA5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5381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0">
            <a:solidFill>
              <a:srgbClr val="1F7A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13AD6-5699-48EF-8C5B-0B726EF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531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2B33F-859E-4AA5-8A49-197A9F7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5381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0">
            <a:solidFill>
              <a:srgbClr val="1F7A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1E42A-740F-4701-BA0B-6D552E1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531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BE933A-8245-43C8-85A3-5C9D296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381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0">
            <a:solidFill>
              <a:srgbClr val="1F7A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53699-794B-4008-A631-92EC2C16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14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471C7-135E-4092-BDBD-A635C746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0">
            <a:solidFill>
              <a:srgbClr val="1F7A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75502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A4B2C-824F-4E45-A828-2FB1454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5F45"/>
                </a:solidFill>
                <a:latin typeface="Aptos"/>
                <a:ea typeface="Aptos"/>
                <a:cs typeface="Aptos"/>
              </a:defRPr>
            </a:pPr>
            <a:r>
              <a:t>SYSTEM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E435C-AEFF-4CF5-80E8-40DB0023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The loop is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F87BA-4EAC-404E-B24A-70C562E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9D837-6696-4AEA-8D06-3E1315D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User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EF54-C068-4867-973E-A1924DB7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Goal, constraints, success 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70F47-C192-4926-A8CF-8B7C3862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304800" cy="685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370B7-548D-4DD7-A2EC-4ADC5C4E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860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F3F89-7299-4F69-8D63-AFE833EC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384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A/B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03785-DFEC-43B1-ACC0-4248E95A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Agents browse variants with traces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BBFA1-6940-4D71-9FE9-C18006E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38500"/>
            <a:ext cx="304800" cy="-685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D6F5E-80A6-4863-9079-9D6C2AC9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5A9EB-CE06-4816-A667-EEAF996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526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CA764-F745-4E21-B71F-1FCA154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Friction, dwell, completion,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F114A-6610-4231-ABB3-AA6E146C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304800" cy="685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71CF2-8FD6-497F-9347-6987887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3A24E-431F-43EA-90D9-34BC0E5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0">
            <a:solidFill>
              <a:srgbClr val="FFF1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100 candidates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4ABE0-AB83-454B-AB77-7A4FD5EC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0">
            <a:solidFill>
              <a:srgbClr val="FFF1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Generated UX/code changes scored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B7613-2A35-4055-AC35-A127A621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04800" cy="-685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19F7C-8FA3-4CBF-B448-FD0B06F9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6BF68-ABD7-4907-AA58-A6AB0E5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Promote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A7D14-BE5A-4B0E-BE7E-D1370CC0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Best candidate becomes next variant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5E075-A486-4071-A72C-370D10B2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304800" cy="685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7A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3DF46-13D5-4018-86CE-99871AE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860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D3961-0F07-491B-90B8-C0B9C24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384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Repeat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C00F56-C140-4BF7-AF30-ED161D2B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 -&gt; B -&gt; C -&gt; D -&gt; 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DE6BE-F2A4-47AD-AD1B-BEA75859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72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0">
            <a:solidFill>
              <a:srgbClr val="1F7A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56AD9B-37C5-494F-B68B-6A2BAFA6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95875"/>
            <a:ext cx="514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Every generation is evaluated against the same 50-session synthetic cohort.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AEB80-CA8E-4AC2-A09F-19CE7AA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6BF58-287F-4B64-8C75-7D66F9DE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The loop produces inspectable evidence: action scores, dwell breakdowns, candidate rationale, and promotion history.</a:t>
            </a:r>
          </a:p>
        </p:txBody>
      </p:sp>
    </p:spTree>
    <p:extLst>
      <p:ext uri="{BB962C8B-B14F-4D97-AF65-F5344CB8AC3E}">
        <p14:creationId xmlns:p14="http://schemas.microsoft.com/office/powerpoint/2010/main" val="735319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6C6F8-0A22-44D5-990D-1522F17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5F45"/>
                </a:solidFill>
                <a:latin typeface="Aptos"/>
                <a:ea typeface="Aptos"/>
                <a:cs typeface="Aptos"/>
              </a:defRPr>
            </a:pPr>
            <a: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9A2C9-6CC8-41EE-8BD9-C40FBC3D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What changed in the repo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23516-E6DC-4C66-90FD-96B3EE5C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75942-618A-4217-97CB-C182ACB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5F45"/>
                </a:solidFill>
                <a:latin typeface="Aptos"/>
                <a:ea typeface="Aptos"/>
                <a:cs typeface="Aptos"/>
              </a:defRPr>
            </a:pPr>
            <a:r>
              <a:t>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E1A8C-4211-4DA8-BD35-730641C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runSyntheticIterationLab adds fixed 50-agent sampling, 5 generations, and 100 candidates per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812EC-236A-4A98-BBDD-1EA2CB56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A1637-2D17-4593-A483-5FEA1A56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EA2EB-C553-4A2C-93A1-AEE4BCA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/synthetic now leads with an A -&gt; E iteration panel and keeps the existing per-step behavior inspector.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67455-47E8-46C2-B03F-BEF2E40E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6886B-A1EB-48DC-A063-07C624A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C78D7-FC17-4BAE-A32F-70F07600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Generated screenshot assets prove the live A-E trajectory and can be used in the demo deck.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ABDB4-A752-4C8D-8489-1B7DCC3D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55ADE-09D4-4AA6-8945-3C2E15C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BFAE7-55A4-4073-958D-C4680F0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Playwright locks the 50-agent, 500-candidate, non-decreasing score contract.</a:t>
            </a:r>
          </a:p>
        </p:txBody>
      </p:sp>
    </p:spTree>
    <p:extLst>
      <p:ext uri="{BB962C8B-B14F-4D97-AF65-F5344CB8AC3E}">
        <p14:creationId xmlns:p14="http://schemas.microsoft.com/office/powerpoint/2010/main" val="60537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B34B8-7921-44F1-8450-5136A93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5F45"/>
                </a:solidFill>
                <a:latin typeface="Aptos"/>
                <a:ea typeface="Aptos"/>
                <a:cs typeface="Aptos"/>
              </a:defRPr>
            </a:pPr>
            <a:r>
              <a:t>LIVE SCREENSHOT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4374F-D0C7-46B7-BAA3-A8367181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Evidence: the product gets easier across A-E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b2fbd6c124dbc"/>
          <a:stretch xmlns:a="http://schemas.openxmlformats.org/drawingml/2006/main"/>
        </p:blipFill>
        <p:spPr>
          <a:xfrm xmlns:a="http://schemas.openxmlformats.org/drawingml/2006/main">
            <a:off x="2353964" y="1314450"/>
            <a:ext cx="7484071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06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F7867-83D5-49FE-9404-47A4DCBE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5F45"/>
                </a:solidFill>
                <a:latin typeface="Aptos"/>
                <a:ea typeface="Aptos"/>
                <a:cs typeface="Aptos"/>
              </a:defRPr>
            </a:pPr>
            <a:r>
              <a:t>HOW TO PITCH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95647-63ED-4E3A-B432-5A053BCB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Demo script and generalization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0BFD6-F543-4DAB-B42B-11D1CF6C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Live demo in 90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03BA7-E45E-49BD-8A9D-BD3DC344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F45"/>
          </a:solidFill>
          <a:ln xmlns:a="http://schemas.openxmlformats.org/drawingml/2006/main" w="0">
            <a:solidFill>
              <a:srgbClr val="E95F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6B168-EE16-433F-AB7B-D2B3B432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Open /versionA and state the user task.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3A35-ED46-4B47-8CDA-117D9B8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B"/>
          </a:solidFill>
          <a:ln xmlns:a="http://schemas.openxmlformats.org/drawingml/2006/main" w="0">
            <a:solidFill>
              <a:srgbClr val="1F7A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3D086-14C2-42EE-AC83-3EA2F8EC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Open /synthetic and show A/B feedback plus A -&gt; E promotion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C2751-7B62-4C73-AB47-24FC3A3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22C67-2B05-4A88-A914-7C3A5DFB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542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Export JSON evidence to show this is not a static mock.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CD82-0B48-44DB-8196-05C54F4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1E5E0-82CB-4417-99FB-FC13F30C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67125"/>
            <a:ext cx="581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t>Explain the wrapper needed for any other product: observer, task adapter, success metric, friction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21A8A-0D2D-4CAA-815D-629A60F1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4095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A0E5E-924B-4A49-8F8D-3F3E218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t>CLAIM TO 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E000A-A96E-4FBA-A7ED-05DDB1E5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32861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Given a webpage, task, and measurable UX signals, an agent loop can generate many candidate changes and promote variants that are easier for synthetic users to complete.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2AD57-6DD2-4C21-9170-D4DFE78D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3286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The current repo proves the loop on a controlled booking product; the next step is plugging in browser observation and code-generation adapters for arbitrary apps.</a:t>
            </a:r>
          </a:p>
        </p:txBody>
      </p:sp>
    </p:spTree>
    <p:extLst>
      <p:ext uri="{BB962C8B-B14F-4D97-AF65-F5344CB8AC3E}">
        <p14:creationId xmlns:p14="http://schemas.microsoft.com/office/powerpoint/2010/main" val="726157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2026-06-06T06:06:02.0790000Z</dcterms:created>
  <dcterms:modified xsi:type="dcterms:W3CDTF">2026-06-06T06:06:02.0790000Z</dcterms:modified>
</coreProperties>
</file>